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762" r:id="rId4"/>
  </p:sldMasterIdLst>
  <p:notesMasterIdLst>
    <p:notesMasterId r:id="rId16"/>
  </p:notesMasterIdLst>
  <p:handoutMasterIdLst>
    <p:handoutMasterId r:id="rId17"/>
  </p:handoutMasterIdLst>
  <p:sldIdLst>
    <p:sldId id="256" r:id="rId5"/>
    <p:sldId id="321" r:id="rId6"/>
    <p:sldId id="316" r:id="rId7"/>
    <p:sldId id="328" r:id="rId8"/>
    <p:sldId id="329" r:id="rId9"/>
    <p:sldId id="330" r:id="rId10"/>
    <p:sldId id="333" r:id="rId11"/>
    <p:sldId id="334" r:id="rId12"/>
    <p:sldId id="331" r:id="rId13"/>
    <p:sldId id="335" r:id="rId14"/>
    <p:sldId id="327" r:id="rId15"/>
  </p:sldIdLst>
  <p:sldSz cx="12192000" cy="6858000"/>
  <p:notesSz cx="6858000" cy="9144000"/>
  <p:defaultTextStyle>
    <a:defPPr rtl="0">
      <a:defRPr lang="ru-RU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5359"/>
    <a:srgbClr val="969F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8D230F3-CF80-4859-8CE7-A43EE81993B5}" styleName="Светлый стиль 1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Светлый стиль 3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5388" autoAdjust="0"/>
  </p:normalViewPr>
  <p:slideViewPr>
    <p:cSldViewPr snapToGrid="0" showGuides="1">
      <p:cViewPr varScale="1">
        <p:scale>
          <a:sx n="108" d="100"/>
          <a:sy n="108" d="100"/>
        </p:scale>
        <p:origin x="702" y="108"/>
      </p:cViewPr>
      <p:guideLst/>
    </p:cSldViewPr>
  </p:slideViewPr>
  <p:outlineViewPr>
    <p:cViewPr>
      <p:scale>
        <a:sx n="33" d="100"/>
        <a:sy n="33" d="100"/>
      </p:scale>
      <p:origin x="0" y="-498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1757"/>
    </p:cViewPr>
  </p:sorterViewPr>
  <p:notesViewPr>
    <p:cSldViewPr snapToGrid="0">
      <p:cViewPr varScale="1">
        <p:scale>
          <a:sx n="82" d="100"/>
          <a:sy n="82" d="100"/>
        </p:scale>
        <p:origin x="3936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B4C3C3A6-B337-4D83-9CDB-B9C35780FF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1C79A68-3D73-4695-8C1E-3CDBCB536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0B70564-6F9F-430C-A278-C3C05BB2F2AC}" type="datetime1">
              <a:rPr lang="ru-RU" smtClean="0"/>
              <a:t>16.12.2025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CF5045C-A7CE-41D4-85C5-0E9ACEEF9B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59ABD0F-F8EA-4B9F-8647-FC7D4AE3D83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24AB78DD-9481-4863-BCCC-946573546DA1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850403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B9F4D3-4D0E-4573-BAC5-4FE41B844CA6}" type="datetime1">
              <a:rPr lang="ru-RU" smtClean="0"/>
              <a:pPr/>
              <a:t>16.12.2025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 dirty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B63359F2-43EF-4812-9DC0-98C0B1A40681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470111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63359F2-43EF-4812-9DC0-98C0B1A40681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835233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B63359F2-43EF-4812-9DC0-98C0B1A40681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169807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31937252-EACE-4232-855F-5C47E3F8B0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1070901"/>
            <a:ext cx="11265407" cy="1499616"/>
          </a:xfrm>
        </p:spPr>
        <p:txBody>
          <a:bodyPr rtlCol="0">
            <a:noAutofit/>
          </a:bodyPr>
          <a:lstStyle>
            <a:lvl1pPr>
              <a:defRPr/>
            </a:lvl1pPr>
          </a:lstStyle>
          <a:p>
            <a:pPr rtl="0"/>
            <a:r>
              <a:rPr lang="ru" dirty="0"/>
              <a:t>Заголовок слайда</a:t>
            </a:r>
          </a:p>
        </p:txBody>
      </p:sp>
      <p:sp>
        <p:nvSpPr>
          <p:cNvPr id="25" name="Рисунок 24">
            <a:extLst>
              <a:ext uri="{FF2B5EF4-FFF2-40B4-BE49-F238E27FC236}">
                <a16:creationId xmlns:a16="http://schemas.microsoft.com/office/drawing/2014/main" id="{CBA6DBC1-39A1-48A6-8B81-3CD966D06E8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8055" y="3103684"/>
            <a:ext cx="11274551" cy="3287971"/>
          </a:xfrm>
          <a:solidFill>
            <a:schemeClr val="accent2"/>
          </a:solidFill>
        </p:spPr>
        <p:txBody>
          <a:bodyPr rtlCol="0" anchor="t" anchorCtr="0">
            <a:normAutofit/>
          </a:bodyPr>
          <a:lstStyle>
            <a:lvl1pPr marL="0" indent="0" algn="ctr">
              <a:buNone/>
              <a:defRPr/>
            </a:lvl1pPr>
          </a:lstStyle>
          <a:p>
            <a:pPr rtl="0"/>
            <a:r>
              <a:rPr lang="ru" dirty="0"/>
              <a:t>Щелкните, чтобы добавить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3425283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вест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6926BD44-2224-46FF-A4E7-9C9FFE197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40079"/>
            <a:ext cx="3657600" cy="2100851"/>
          </a:xfrm>
        </p:spPr>
        <p:txBody>
          <a:bodyPr rtlCol="0">
            <a:noAutofit/>
          </a:bodyPr>
          <a:lstStyle>
            <a:lvl1pPr>
              <a:defRPr/>
            </a:lvl1pPr>
          </a:lstStyle>
          <a:p>
            <a:pPr rtl="0"/>
            <a:endParaRPr lang="ru-RU" noProof="0" dirty="0"/>
          </a:p>
        </p:txBody>
      </p:sp>
      <p:sp>
        <p:nvSpPr>
          <p:cNvPr id="2" name="Объект 5">
            <a:extLst>
              <a:ext uri="{FF2B5EF4-FFF2-40B4-BE49-F238E27FC236}">
                <a16:creationId xmlns:a16="http://schemas.microsoft.com/office/drawing/2014/main" id="{FC87D77D-2EA4-028B-1ACF-E1120CE8F0E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57201" y="2862470"/>
            <a:ext cx="3657600" cy="3510898"/>
          </a:xfrm>
        </p:spPr>
        <p:txBody>
          <a:bodyPr rtlCol="0" anchor="t" anchorCtr="0">
            <a:normAutofit/>
          </a:bodyPr>
          <a:lstStyle>
            <a:lvl1pPr marL="0" indent="0">
              <a:buNone/>
              <a:defRPr/>
            </a:lvl1pPr>
          </a:lstStyle>
          <a:p>
            <a:pPr lvl="0" rtl="0"/>
            <a:r>
              <a:rPr lang="ru-RU" noProof="0" dirty="0"/>
              <a:t>Текст слайда 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CCFA45C0-9EBE-13AF-9B5D-9D5F4BF223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42815" y="640080"/>
            <a:ext cx="7491984" cy="5751576"/>
          </a:xfrm>
          <a:custGeom>
            <a:avLst/>
            <a:gdLst>
              <a:gd name="connsiteX0" fmla="*/ 3800341 w 7491984"/>
              <a:gd name="connsiteY0" fmla="*/ 0 h 5751576"/>
              <a:gd name="connsiteX1" fmla="*/ 7491984 w 7491984"/>
              <a:gd name="connsiteY1" fmla="*/ 0 h 5751576"/>
              <a:gd name="connsiteX2" fmla="*/ 7491984 w 7491984"/>
              <a:gd name="connsiteY2" fmla="*/ 5751576 h 5751576"/>
              <a:gd name="connsiteX3" fmla="*/ 3800341 w 7491984"/>
              <a:gd name="connsiteY3" fmla="*/ 5751576 h 5751576"/>
              <a:gd name="connsiteX4" fmla="*/ 0 w 7491984"/>
              <a:gd name="connsiteY4" fmla="*/ 0 h 5751576"/>
              <a:gd name="connsiteX5" fmla="*/ 3696432 w 7491984"/>
              <a:gd name="connsiteY5" fmla="*/ 0 h 5751576"/>
              <a:gd name="connsiteX6" fmla="*/ 3696432 w 7491984"/>
              <a:gd name="connsiteY6" fmla="*/ 5751576 h 5751576"/>
              <a:gd name="connsiteX7" fmla="*/ 0 w 7491984"/>
              <a:gd name="connsiteY7" fmla="*/ 5751576 h 5751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91984" h="5751576">
                <a:moveTo>
                  <a:pt x="3800341" y="0"/>
                </a:moveTo>
                <a:lnTo>
                  <a:pt x="7491984" y="0"/>
                </a:lnTo>
                <a:lnTo>
                  <a:pt x="7491984" y="5751576"/>
                </a:lnTo>
                <a:lnTo>
                  <a:pt x="3800341" y="5751576"/>
                </a:lnTo>
                <a:close/>
                <a:moveTo>
                  <a:pt x="0" y="0"/>
                </a:moveTo>
                <a:lnTo>
                  <a:pt x="3696432" y="0"/>
                </a:lnTo>
                <a:lnTo>
                  <a:pt x="3696432" y="5751576"/>
                </a:lnTo>
                <a:lnTo>
                  <a:pt x="0" y="5751576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rtlCol="0" anchor="t" anchorCtr="0">
            <a:noAutofit/>
          </a:bodyPr>
          <a:lstStyle>
            <a:lvl1pPr marL="0" indent="0" algn="ctr">
              <a:buNone/>
              <a:defRPr/>
            </a:lvl1pPr>
          </a:lstStyle>
          <a:p>
            <a:pPr rtl="0"/>
            <a:r>
              <a:rPr lang="ru-RU" noProof="0" dirty="0"/>
              <a:t>Щелкните, чтобы добавить рисунок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D5DDC5FA-EEDB-898F-533E-4094ADA899B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 rtl="0"/>
            <a:r>
              <a:rPr lang="ru-RU" noProof="0" dirty="0"/>
              <a:t>20ГГ</a:t>
            </a:r>
          </a:p>
        </p:txBody>
      </p:sp>
      <p:sp>
        <p:nvSpPr>
          <p:cNvPr id="12" name="Нижний колонтитул 11">
            <a:extLst>
              <a:ext uri="{FF2B5EF4-FFF2-40B4-BE49-F238E27FC236}">
                <a16:creationId xmlns:a16="http://schemas.microsoft.com/office/drawing/2014/main" id="{E79B0359-4B55-D899-E584-A8E6B2ED912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6B916D02-76FE-EAED-CC51-A50448811F7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682289" y="6423914"/>
            <a:ext cx="1052510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888979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рыв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6E787D40-90B5-470E-95A2-784F1CB479C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9580" y="4423702"/>
            <a:ext cx="11292839" cy="1550378"/>
          </a:xfrm>
        </p:spPr>
        <p:txBody>
          <a:bodyPr rtlCol="0">
            <a:noAutofit/>
          </a:bodyPr>
          <a:lstStyle>
            <a:lvl1pPr algn="ctr">
              <a:defRPr/>
            </a:lvl1pPr>
          </a:lstStyle>
          <a:p>
            <a:pPr rtl="0"/>
            <a:r>
              <a:rPr lang="ru"/>
              <a:t>Заголовок слайда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528BC27-38F1-47F3-EC35-7DD8B88A753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9580" y="705104"/>
            <a:ext cx="11292840" cy="3643376"/>
          </a:xfrm>
          <a:custGeom>
            <a:avLst/>
            <a:gdLst>
              <a:gd name="connsiteX0" fmla="*/ 7593576 w 11292840"/>
              <a:gd name="connsiteY0" fmla="*/ 0 h 3643376"/>
              <a:gd name="connsiteX1" fmla="*/ 11292840 w 11292840"/>
              <a:gd name="connsiteY1" fmla="*/ 0 h 3643376"/>
              <a:gd name="connsiteX2" fmla="*/ 11292840 w 11292840"/>
              <a:gd name="connsiteY2" fmla="*/ 3643376 h 3643376"/>
              <a:gd name="connsiteX3" fmla="*/ 7593576 w 11292840"/>
              <a:gd name="connsiteY3" fmla="*/ 3643376 h 3643376"/>
              <a:gd name="connsiteX4" fmla="*/ 0 w 11292840"/>
              <a:gd name="connsiteY4" fmla="*/ 0 h 3643376"/>
              <a:gd name="connsiteX5" fmla="*/ 7489667 w 11292840"/>
              <a:gd name="connsiteY5" fmla="*/ 0 h 3643376"/>
              <a:gd name="connsiteX6" fmla="*/ 7489667 w 11292840"/>
              <a:gd name="connsiteY6" fmla="*/ 3643376 h 3643376"/>
              <a:gd name="connsiteX7" fmla="*/ 0 w 11292840"/>
              <a:gd name="connsiteY7" fmla="*/ 3643376 h 3643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292840" h="3643376">
                <a:moveTo>
                  <a:pt x="7593576" y="0"/>
                </a:moveTo>
                <a:lnTo>
                  <a:pt x="11292840" y="0"/>
                </a:lnTo>
                <a:lnTo>
                  <a:pt x="11292840" y="3643376"/>
                </a:lnTo>
                <a:lnTo>
                  <a:pt x="7593576" y="3643376"/>
                </a:lnTo>
                <a:close/>
                <a:moveTo>
                  <a:pt x="0" y="0"/>
                </a:moveTo>
                <a:lnTo>
                  <a:pt x="7489667" y="0"/>
                </a:lnTo>
                <a:lnTo>
                  <a:pt x="7489667" y="3643376"/>
                </a:lnTo>
                <a:lnTo>
                  <a:pt x="0" y="3643376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rtlCol="0" anchor="t">
            <a:noAutofit/>
          </a:bodyPr>
          <a:lstStyle>
            <a:lvl1pPr marL="0" indent="0" algn="ctr">
              <a:buNone/>
              <a:defRPr/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ru"/>
              <a:t>Щелкните, чтобы добавить рисунок</a:t>
            </a:r>
          </a:p>
          <a:p>
            <a:pPr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8504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+ подзаголовок + рисунок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6882" y="629920"/>
            <a:ext cx="3606800" cy="2809240"/>
          </a:xfrm>
        </p:spPr>
        <p:txBody>
          <a:bodyPr rtlCol="0" anchor="b">
            <a:noAutofit/>
          </a:bodyPr>
          <a:lstStyle>
            <a:lvl1pPr algn="l">
              <a:defRPr sz="2800"/>
            </a:lvl1pPr>
          </a:lstStyle>
          <a:p>
            <a:pPr rtl="0"/>
            <a:r>
              <a:rPr lang="ru-RU" noProof="0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6881" y="3698240"/>
            <a:ext cx="3606800" cy="2271076"/>
          </a:xfrm>
        </p:spPr>
        <p:txBody>
          <a:bodyPr rtlCol="0" anchor="t">
            <a:no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ru-RU" noProof="0" dirty="0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u-RU" noProof="0" dirty="0"/>
              <a:t>20ГГ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2608" y="6423914"/>
            <a:ext cx="1052510" cy="365125"/>
          </a:xfrm>
        </p:spPr>
        <p:txBody>
          <a:bodyPr rtlCol="0"/>
          <a:lstStyle/>
          <a:p>
            <a:pPr rtl="0"/>
            <a:fld id="{CBD12358-51D2-46B3-9BDE-DF29528B9454}" type="slidenum">
              <a:rPr lang="ru-RU" noProof="0" smtClean="0"/>
              <a:t>‹#›</a:t>
            </a:fld>
            <a:endParaRPr lang="ru-RU" noProof="0" dirty="0"/>
          </a:p>
        </p:txBody>
      </p:sp>
      <p:sp>
        <p:nvSpPr>
          <p:cNvPr id="9" name="Рисунок 8">
            <a:extLst>
              <a:ext uri="{FF2B5EF4-FFF2-40B4-BE49-F238E27FC236}">
                <a16:creationId xmlns:a16="http://schemas.microsoft.com/office/drawing/2014/main" id="{454FD2A1-D363-7C44-2A72-54E8B397D31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36720" y="650240"/>
            <a:ext cx="7518398" cy="5713918"/>
          </a:xfrm>
          <a:custGeom>
            <a:avLst/>
            <a:gdLst>
              <a:gd name="connsiteX0" fmla="*/ 3806436 w 7518398"/>
              <a:gd name="connsiteY0" fmla="*/ 4479475 h 5713918"/>
              <a:gd name="connsiteX1" fmla="*/ 7518398 w 7518398"/>
              <a:gd name="connsiteY1" fmla="*/ 4479475 h 5713918"/>
              <a:gd name="connsiteX2" fmla="*/ 7518398 w 7518398"/>
              <a:gd name="connsiteY2" fmla="*/ 5713918 h 5713918"/>
              <a:gd name="connsiteX3" fmla="*/ 3806436 w 7518398"/>
              <a:gd name="connsiteY3" fmla="*/ 5713918 h 5713918"/>
              <a:gd name="connsiteX4" fmla="*/ 0 w 7518398"/>
              <a:gd name="connsiteY4" fmla="*/ 4479475 h 5713918"/>
              <a:gd name="connsiteX5" fmla="*/ 3702527 w 7518398"/>
              <a:gd name="connsiteY5" fmla="*/ 4479475 h 5713918"/>
              <a:gd name="connsiteX6" fmla="*/ 3702527 w 7518398"/>
              <a:gd name="connsiteY6" fmla="*/ 5713918 h 5713918"/>
              <a:gd name="connsiteX7" fmla="*/ 0 w 7518398"/>
              <a:gd name="connsiteY7" fmla="*/ 5713918 h 5713918"/>
              <a:gd name="connsiteX8" fmla="*/ 3806436 w 7518398"/>
              <a:gd name="connsiteY8" fmla="*/ 0 h 5713918"/>
              <a:gd name="connsiteX9" fmla="*/ 7518398 w 7518398"/>
              <a:gd name="connsiteY9" fmla="*/ 0 h 5713918"/>
              <a:gd name="connsiteX10" fmla="*/ 7518398 w 7518398"/>
              <a:gd name="connsiteY10" fmla="*/ 4379183 h 5713918"/>
              <a:gd name="connsiteX11" fmla="*/ 3806436 w 7518398"/>
              <a:gd name="connsiteY11" fmla="*/ 4379183 h 5713918"/>
              <a:gd name="connsiteX12" fmla="*/ 0 w 7518398"/>
              <a:gd name="connsiteY12" fmla="*/ 0 h 5713918"/>
              <a:gd name="connsiteX13" fmla="*/ 3702527 w 7518398"/>
              <a:gd name="connsiteY13" fmla="*/ 0 h 5713918"/>
              <a:gd name="connsiteX14" fmla="*/ 3702527 w 7518398"/>
              <a:gd name="connsiteY14" fmla="*/ 4379183 h 5713918"/>
              <a:gd name="connsiteX15" fmla="*/ 0 w 7518398"/>
              <a:gd name="connsiteY15" fmla="*/ 4379183 h 5713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518398" h="5713918">
                <a:moveTo>
                  <a:pt x="3806436" y="4479475"/>
                </a:moveTo>
                <a:lnTo>
                  <a:pt x="7518398" y="4479475"/>
                </a:lnTo>
                <a:lnTo>
                  <a:pt x="7518398" y="5713918"/>
                </a:lnTo>
                <a:lnTo>
                  <a:pt x="3806436" y="5713918"/>
                </a:lnTo>
                <a:close/>
                <a:moveTo>
                  <a:pt x="0" y="4479475"/>
                </a:moveTo>
                <a:lnTo>
                  <a:pt x="3702527" y="4479475"/>
                </a:lnTo>
                <a:lnTo>
                  <a:pt x="3702527" y="5713918"/>
                </a:lnTo>
                <a:lnTo>
                  <a:pt x="0" y="5713918"/>
                </a:lnTo>
                <a:close/>
                <a:moveTo>
                  <a:pt x="3806436" y="0"/>
                </a:moveTo>
                <a:lnTo>
                  <a:pt x="7518398" y="0"/>
                </a:lnTo>
                <a:lnTo>
                  <a:pt x="7518398" y="4379183"/>
                </a:lnTo>
                <a:lnTo>
                  <a:pt x="3806436" y="4379183"/>
                </a:lnTo>
                <a:close/>
                <a:moveTo>
                  <a:pt x="0" y="0"/>
                </a:moveTo>
                <a:lnTo>
                  <a:pt x="3702527" y="0"/>
                </a:lnTo>
                <a:lnTo>
                  <a:pt x="3702527" y="4379183"/>
                </a:lnTo>
                <a:lnTo>
                  <a:pt x="0" y="4379183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rtlCol="0" anchor="t">
            <a:noAutofit/>
          </a:bodyPr>
          <a:lstStyle/>
          <a:p>
            <a:pPr rt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416037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ведение (низ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F9CC542F-D03C-4537-9B6E-7F653B6515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878091"/>
            <a:ext cx="3729789" cy="3440485"/>
          </a:xfrm>
        </p:spPr>
        <p:txBody>
          <a:bodyPr tIns="182880" bIns="182880" rtlCol="0" anchor="ctr" anchorCtr="0">
            <a:noAutofit/>
          </a:bodyPr>
          <a:lstStyle/>
          <a:p>
            <a:pPr rtl="0"/>
            <a:r>
              <a:rPr lang="ru-RU" noProof="0" dirty="0"/>
              <a:t>Заголовок слайда</a:t>
            </a:r>
            <a:endParaRPr lang="ru-RU" noProof="0" dirty="0">
              <a:solidFill>
                <a:schemeClr val="tx2"/>
              </a:solidFill>
            </a:endParaRP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30F1D2B-CBE7-6279-2158-7A9F3B5D5C6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57200" y="670560"/>
            <a:ext cx="11267440" cy="2139696"/>
          </a:xfrm>
          <a:custGeom>
            <a:avLst/>
            <a:gdLst>
              <a:gd name="connsiteX0" fmla="*/ 3783068 w 11267440"/>
              <a:gd name="connsiteY0" fmla="*/ 0 h 2139696"/>
              <a:gd name="connsiteX1" fmla="*/ 11267440 w 11267440"/>
              <a:gd name="connsiteY1" fmla="*/ 0 h 2139696"/>
              <a:gd name="connsiteX2" fmla="*/ 11267440 w 11267440"/>
              <a:gd name="connsiteY2" fmla="*/ 2139696 h 2139696"/>
              <a:gd name="connsiteX3" fmla="*/ 3783068 w 11267440"/>
              <a:gd name="connsiteY3" fmla="*/ 2139696 h 2139696"/>
              <a:gd name="connsiteX4" fmla="*/ 0 w 11267440"/>
              <a:gd name="connsiteY4" fmla="*/ 0 h 2139696"/>
              <a:gd name="connsiteX5" fmla="*/ 3677799 w 11267440"/>
              <a:gd name="connsiteY5" fmla="*/ 0 h 2139696"/>
              <a:gd name="connsiteX6" fmla="*/ 3677799 w 11267440"/>
              <a:gd name="connsiteY6" fmla="*/ 2139696 h 2139696"/>
              <a:gd name="connsiteX7" fmla="*/ 0 w 11267440"/>
              <a:gd name="connsiteY7" fmla="*/ 2139696 h 2139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267440" h="2139696">
                <a:moveTo>
                  <a:pt x="3783068" y="0"/>
                </a:moveTo>
                <a:lnTo>
                  <a:pt x="11267440" y="0"/>
                </a:lnTo>
                <a:lnTo>
                  <a:pt x="11267440" y="2139696"/>
                </a:lnTo>
                <a:lnTo>
                  <a:pt x="3783068" y="2139696"/>
                </a:lnTo>
                <a:close/>
                <a:moveTo>
                  <a:pt x="0" y="0"/>
                </a:moveTo>
                <a:lnTo>
                  <a:pt x="3677799" y="0"/>
                </a:lnTo>
                <a:lnTo>
                  <a:pt x="3677799" y="2139696"/>
                </a:lnTo>
                <a:lnTo>
                  <a:pt x="0" y="2139696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rtlCol="0" anchor="t" anchorCtr="0">
            <a:noAutofit/>
          </a:bodyPr>
          <a:lstStyle>
            <a:lvl1pPr marL="0" indent="0" algn="ctr">
              <a:buNone/>
              <a:defRPr/>
            </a:lvl1pPr>
          </a:lstStyle>
          <a:p>
            <a:pPr rtl="0"/>
            <a:r>
              <a:rPr lang="ru-RU" noProof="0" dirty="0"/>
              <a:t>Щелкните, чтобы добавить рисунок</a:t>
            </a:r>
          </a:p>
        </p:txBody>
      </p:sp>
      <p:sp>
        <p:nvSpPr>
          <p:cNvPr id="7" name="Объект 5">
            <a:extLst>
              <a:ext uri="{FF2B5EF4-FFF2-40B4-BE49-F238E27FC236}">
                <a16:creationId xmlns:a16="http://schemas.microsoft.com/office/drawing/2014/main" id="{135EE74D-5A60-B83C-5C2D-7B6FEA778FCB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305827" y="2878091"/>
            <a:ext cx="7418813" cy="3440485"/>
          </a:xfrm>
        </p:spPr>
        <p:txBody>
          <a:bodyPr rtlCol="0" anchor="ctr" anchorCtr="0">
            <a:normAutofit/>
          </a:bodyPr>
          <a:lstStyle>
            <a:lvl1pPr marL="283464" indent="-283464">
              <a:buFont typeface="Arial" panose="020B0604020202020204" pitchFamily="34" charset="0"/>
              <a:buChar char="•"/>
              <a:defRPr/>
            </a:lvl1pPr>
            <a:lvl2pPr marL="283464" indent="-283464">
              <a:buFont typeface="Arial" panose="020B0604020202020204" pitchFamily="34" charset="0"/>
              <a:buChar char="•"/>
              <a:defRPr/>
            </a:lvl2pPr>
            <a:lvl3pPr marL="283464" indent="-283464">
              <a:buFont typeface="Arial" panose="020B0604020202020204" pitchFamily="34" charset="0"/>
              <a:buChar char="•"/>
              <a:defRPr/>
            </a:lvl3pPr>
            <a:lvl4pPr marL="283464" indent="-283464">
              <a:buFont typeface="Arial" panose="020B0604020202020204" pitchFamily="34" charset="0"/>
              <a:buChar char="•"/>
              <a:defRPr/>
            </a:lvl4pPr>
            <a:lvl5pPr marL="283464" indent="-283464">
              <a:buFont typeface="Arial" panose="020B0604020202020204" pitchFamily="34" charset="0"/>
              <a:buChar char="•"/>
              <a:defRPr/>
            </a:lvl5pPr>
          </a:lstStyle>
          <a:p>
            <a:pPr lvl="0" rtl="0"/>
            <a:r>
              <a:rPr lang="ru-RU" noProof="0" dirty="0"/>
              <a:t>Текст слайда 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BCF1FAD-0BAD-2574-3352-B152DF76C15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C328E41-645E-D257-FFF3-93344A8E4FA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 rtlCol="0"/>
          <a:lstStyle/>
          <a:p>
            <a:pPr rtl="0"/>
            <a:r>
              <a:rPr lang="ru-RU" noProof="0" dirty="0"/>
              <a:t>20ГГ</a:t>
            </a:r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DEF9E45A-6561-C074-14CE-B3B63476D22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0672130" y="6423914"/>
            <a:ext cx="1052510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40183149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 содержимого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457200" y="690880"/>
            <a:ext cx="11267440" cy="1143000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ru-RU" noProof="0" dirty="0"/>
              <a:t>Заголовок слайда</a:t>
            </a:r>
          </a:p>
        </p:txBody>
      </p:sp>
      <p:sp>
        <p:nvSpPr>
          <p:cNvPr id="9" name="Объект 3">
            <a:extLst>
              <a:ext uri="{FF2B5EF4-FFF2-40B4-BE49-F238E27FC236}">
                <a16:creationId xmlns:a16="http://schemas.microsoft.com/office/drawing/2014/main" id="{ECA520B1-DC84-A47D-1F5E-CCD567EB2D8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57200" y="2187362"/>
            <a:ext cx="3657600" cy="3633047"/>
          </a:xfrm>
        </p:spPr>
        <p:txBody>
          <a:bodyPr rtlCol="0" anchor="t"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914400" indent="-342900">
              <a:buFont typeface="+mj-lt"/>
              <a:buAutoNum type="alphaLcPeriod"/>
              <a:defRPr sz="1800"/>
            </a:lvl2pPr>
            <a:lvl3pPr marL="1371600" indent="-342900">
              <a:buFont typeface="+mj-lt"/>
              <a:buAutoNum type="arabicPeriod"/>
              <a:defRPr sz="1800"/>
            </a:lvl3pPr>
            <a:lvl4pPr marL="1600200" indent="-342900">
              <a:buFont typeface="+mj-lt"/>
              <a:buAutoNum type="alphaLcParenR"/>
              <a:defRPr sz="1800"/>
            </a:lvl4pPr>
            <a:lvl5pPr marL="2057400" indent="-400050">
              <a:buFont typeface="+mj-lt"/>
              <a:buAutoNum type="romanLcPeriod"/>
              <a:defRPr sz="1800"/>
            </a:lvl5pPr>
          </a:lstStyle>
          <a:p>
            <a:pPr lvl="0" rtl="0"/>
            <a:r>
              <a:rPr lang="ru-RU" noProof="0" dirty="0"/>
              <a:t>Текст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 hasCustomPrompt="1"/>
          </p:nvPr>
        </p:nvSpPr>
        <p:spPr>
          <a:xfrm>
            <a:off x="4282437" y="2187361"/>
            <a:ext cx="7442203" cy="3633047"/>
          </a:xfrm>
        </p:spPr>
        <p:txBody>
          <a:bodyPr rtlCol="0" anchor="t">
            <a:normAutofit/>
          </a:bodyPr>
          <a:lstStyle>
            <a:lvl1pPr marL="0" indent="0">
              <a:buNone/>
              <a:defRPr sz="1800"/>
            </a:lvl1pPr>
            <a:lvl2pPr marL="0">
              <a:defRPr sz="1800"/>
            </a:lvl2pPr>
            <a:lvl3pPr marL="548640">
              <a:defRPr sz="1800"/>
            </a:lvl3pPr>
            <a:lvl4pPr marL="822960">
              <a:defRPr sz="1800"/>
            </a:lvl4pPr>
            <a:lvl5pPr marL="1097280">
              <a:defRPr sz="1800"/>
            </a:lvl5pPr>
          </a:lstStyle>
          <a:p>
            <a:pPr lvl="0" rtl="0"/>
            <a:r>
              <a:rPr lang="ru-RU" noProof="0" dirty="0"/>
              <a:t>Текст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57200" y="6423914"/>
            <a:ext cx="7041202" cy="365125"/>
          </a:xfrm>
        </p:spPr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u-RU" noProof="0" dirty="0"/>
              <a:t>20XX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10558300" y="6423914"/>
            <a:ext cx="1166340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967918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 объекта содержимого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457200" y="690880"/>
            <a:ext cx="11267440" cy="1143000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ru-RU" noProof="0" dirty="0"/>
              <a:t>Заголовок слайда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 hasCustomPrompt="1"/>
          </p:nvPr>
        </p:nvSpPr>
        <p:spPr>
          <a:xfrm>
            <a:off x="457200" y="2318490"/>
            <a:ext cx="7371083" cy="3633047"/>
          </a:xfrm>
        </p:spPr>
        <p:txBody>
          <a:bodyPr rtlCol="0" anchor="t">
            <a:normAutofit/>
          </a:bodyPr>
          <a:lstStyle>
            <a:lvl1pPr marL="0" indent="0">
              <a:buNone/>
              <a:defRPr sz="1800"/>
            </a:lvl1pPr>
            <a:lvl2pPr marL="0">
              <a:defRPr sz="1800"/>
            </a:lvl2pPr>
            <a:lvl3pPr marL="548640">
              <a:defRPr sz="1800"/>
            </a:lvl3pPr>
            <a:lvl4pPr marL="822960">
              <a:defRPr sz="1800"/>
            </a:lvl4pPr>
            <a:lvl5pPr marL="1097280">
              <a:defRPr sz="1800"/>
            </a:lvl5pPr>
          </a:lstStyle>
          <a:p>
            <a:pPr lvl="0" rtl="0"/>
            <a:r>
              <a:rPr lang="ru-RU" noProof="0" dirty="0"/>
              <a:t>Текст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9" name="Объект 3">
            <a:extLst>
              <a:ext uri="{FF2B5EF4-FFF2-40B4-BE49-F238E27FC236}">
                <a16:creationId xmlns:a16="http://schemas.microsoft.com/office/drawing/2014/main" id="{8E6EDC6B-B9AA-A4D9-A782-C38A0F84F63F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7993378" y="2318490"/>
            <a:ext cx="3731262" cy="3633047"/>
          </a:xfrm>
        </p:spPr>
        <p:txBody>
          <a:bodyPr rtlCol="0" anchor="t">
            <a:normAutofit/>
          </a:bodyPr>
          <a:lstStyle>
            <a:lvl1pPr marL="0" indent="-342900">
              <a:buFont typeface="+mj-lt"/>
              <a:buAutoNum type="arabicPeriod"/>
              <a:defRPr sz="1800"/>
            </a:lvl1pPr>
            <a:lvl2pPr marL="914400" indent="-342900">
              <a:buFont typeface="+mj-lt"/>
              <a:buAutoNum type="alphaLcPeriod"/>
              <a:defRPr sz="1800"/>
            </a:lvl2pPr>
            <a:lvl3pPr marL="1371600" indent="-342900">
              <a:buFont typeface="+mj-lt"/>
              <a:buAutoNum type="arabicPeriod"/>
              <a:defRPr sz="1800"/>
            </a:lvl3pPr>
            <a:lvl4pPr marL="1600200" indent="-342900">
              <a:buFont typeface="+mj-lt"/>
              <a:buAutoNum type="alphaLcParenR"/>
              <a:defRPr sz="1800"/>
            </a:lvl4pPr>
            <a:lvl5pPr marL="2057400" indent="-400050">
              <a:buFont typeface="+mj-lt"/>
              <a:buAutoNum type="romanLcPeriod"/>
              <a:defRPr sz="1800"/>
            </a:lvl5pPr>
          </a:lstStyle>
          <a:p>
            <a:pPr lvl="0" rtl="0"/>
            <a:r>
              <a:rPr lang="ru-RU" noProof="0" dirty="0"/>
              <a:t>Текст слайда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57200" y="6423914"/>
            <a:ext cx="7041202" cy="365125"/>
          </a:xfrm>
        </p:spPr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u-RU" noProof="0" dirty="0"/>
              <a:t>20XX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10558300" y="6423914"/>
            <a:ext cx="1166340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554945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D0F196A1-2430-4797-B656-A38302FAF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151" y="666984"/>
            <a:ext cx="3672970" cy="2125911"/>
          </a:xfrm>
        </p:spPr>
        <p:txBody>
          <a:bodyPr rtlCol="0">
            <a:noAutofit/>
          </a:bodyPr>
          <a:lstStyle>
            <a:lvl1pPr algn="l">
              <a:defRPr/>
            </a:lvl1pPr>
          </a:lstStyle>
          <a:p>
            <a:pPr rtl="0"/>
            <a:endParaRPr lang="ru-RU" noProof="0" dirty="0"/>
          </a:p>
        </p:txBody>
      </p:sp>
      <p:sp>
        <p:nvSpPr>
          <p:cNvPr id="2" name="Объект 5">
            <a:extLst>
              <a:ext uri="{FF2B5EF4-FFF2-40B4-BE49-F238E27FC236}">
                <a16:creationId xmlns:a16="http://schemas.microsoft.com/office/drawing/2014/main" id="{5A0AD703-0A43-5323-CCB2-832D424EF2DB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62151" y="2862479"/>
            <a:ext cx="3672970" cy="3491849"/>
          </a:xfrm>
        </p:spPr>
        <p:txBody>
          <a:bodyPr rtlCol="0" anchor="t" anchorCtr="0">
            <a:normAutofit/>
          </a:bodyPr>
          <a:lstStyle>
            <a:lvl1pPr marL="0" indent="0">
              <a:buNone/>
              <a:defRPr/>
            </a:lvl1pPr>
          </a:lstStyle>
          <a:p>
            <a:pPr lvl="0" rtl="0"/>
            <a:r>
              <a:rPr lang="ru-RU" noProof="0" dirty="0"/>
              <a:t>Текст слайда </a:t>
            </a:r>
          </a:p>
          <a:p>
            <a:pPr lvl="1" rtl="0"/>
            <a:r>
              <a:rPr lang="ru-RU" noProof="0" dirty="0"/>
              <a:t>Второй уровень</a:t>
            </a:r>
          </a:p>
          <a:p>
            <a:pPr lvl="2" rtl="0"/>
            <a:r>
              <a:rPr lang="ru-RU" noProof="0" dirty="0"/>
              <a:t>Третий уровень</a:t>
            </a:r>
          </a:p>
          <a:p>
            <a:pPr lvl="3" rtl="0"/>
            <a:r>
              <a:rPr lang="ru-RU" noProof="0" dirty="0"/>
              <a:t>Четвертый уровень</a:t>
            </a:r>
          </a:p>
          <a:p>
            <a:pPr lvl="4" rtl="0"/>
            <a:r>
              <a:rPr lang="ru-RU" noProof="0" dirty="0"/>
              <a:t>Пятый уровень</a:t>
            </a:r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4627B629-9CBE-3ECF-2D88-F07AACD0374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31970" y="666985"/>
            <a:ext cx="7497880" cy="5687344"/>
          </a:xfrm>
          <a:custGeom>
            <a:avLst/>
            <a:gdLst>
              <a:gd name="connsiteX0" fmla="*/ 3803282 w 7497880"/>
              <a:gd name="connsiteY0" fmla="*/ 0 h 5687344"/>
              <a:gd name="connsiteX1" fmla="*/ 7497880 w 7497880"/>
              <a:gd name="connsiteY1" fmla="*/ 0 h 5687344"/>
              <a:gd name="connsiteX2" fmla="*/ 7497880 w 7497880"/>
              <a:gd name="connsiteY2" fmla="*/ 4581885 h 5687344"/>
              <a:gd name="connsiteX3" fmla="*/ 3803282 w 7497880"/>
              <a:gd name="connsiteY3" fmla="*/ 4581885 h 5687344"/>
              <a:gd name="connsiteX4" fmla="*/ 0 w 7497880"/>
              <a:gd name="connsiteY4" fmla="*/ 0 h 5687344"/>
              <a:gd name="connsiteX5" fmla="*/ 3699373 w 7497880"/>
              <a:gd name="connsiteY5" fmla="*/ 0 h 5687344"/>
              <a:gd name="connsiteX6" fmla="*/ 3699373 w 7497880"/>
              <a:gd name="connsiteY6" fmla="*/ 4581885 h 5687344"/>
              <a:gd name="connsiteX7" fmla="*/ 2 w 7497880"/>
              <a:gd name="connsiteY7" fmla="*/ 4581885 h 5687344"/>
              <a:gd name="connsiteX8" fmla="*/ 2 w 7497880"/>
              <a:gd name="connsiteY8" fmla="*/ 4679200 h 5687344"/>
              <a:gd name="connsiteX9" fmla="*/ 3699373 w 7497880"/>
              <a:gd name="connsiteY9" fmla="*/ 4679200 h 5687344"/>
              <a:gd name="connsiteX10" fmla="*/ 3699373 w 7497880"/>
              <a:gd name="connsiteY10" fmla="*/ 5679350 h 5687344"/>
              <a:gd name="connsiteX11" fmla="*/ 3803282 w 7497880"/>
              <a:gd name="connsiteY11" fmla="*/ 5679350 h 5687344"/>
              <a:gd name="connsiteX12" fmla="*/ 3803282 w 7497880"/>
              <a:gd name="connsiteY12" fmla="*/ 4679200 h 5687344"/>
              <a:gd name="connsiteX13" fmla="*/ 7497880 w 7497880"/>
              <a:gd name="connsiteY13" fmla="*/ 4679200 h 5687344"/>
              <a:gd name="connsiteX14" fmla="*/ 7497880 w 7497880"/>
              <a:gd name="connsiteY14" fmla="*/ 5687344 h 5687344"/>
              <a:gd name="connsiteX15" fmla="*/ 0 w 7497880"/>
              <a:gd name="connsiteY15" fmla="*/ 5687344 h 5687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497880" h="5687344">
                <a:moveTo>
                  <a:pt x="3803282" y="0"/>
                </a:moveTo>
                <a:lnTo>
                  <a:pt x="7497880" y="0"/>
                </a:lnTo>
                <a:lnTo>
                  <a:pt x="7497880" y="4581885"/>
                </a:lnTo>
                <a:lnTo>
                  <a:pt x="3803282" y="4581885"/>
                </a:lnTo>
                <a:close/>
                <a:moveTo>
                  <a:pt x="0" y="0"/>
                </a:moveTo>
                <a:lnTo>
                  <a:pt x="3699373" y="0"/>
                </a:lnTo>
                <a:lnTo>
                  <a:pt x="3699373" y="4581885"/>
                </a:lnTo>
                <a:lnTo>
                  <a:pt x="2" y="4581885"/>
                </a:lnTo>
                <a:lnTo>
                  <a:pt x="2" y="4679200"/>
                </a:lnTo>
                <a:lnTo>
                  <a:pt x="3699373" y="4679200"/>
                </a:lnTo>
                <a:lnTo>
                  <a:pt x="3699373" y="5679350"/>
                </a:lnTo>
                <a:lnTo>
                  <a:pt x="3803282" y="5679350"/>
                </a:lnTo>
                <a:lnTo>
                  <a:pt x="3803282" y="4679200"/>
                </a:lnTo>
                <a:lnTo>
                  <a:pt x="7497880" y="4679200"/>
                </a:lnTo>
                <a:lnTo>
                  <a:pt x="7497880" y="5687344"/>
                </a:lnTo>
                <a:lnTo>
                  <a:pt x="0" y="5687344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rtlCol="0" anchor="t">
            <a:noAutofit/>
          </a:bodyPr>
          <a:lstStyle>
            <a:lvl1pPr marL="0" indent="0" algn="ctr">
              <a:buNone/>
              <a:defRPr/>
            </a:lvl1pPr>
          </a:lstStyle>
          <a:p>
            <a:pPr rtl="0"/>
            <a:r>
              <a:rPr lang="ru-RU" noProof="0" dirty="0"/>
              <a:t>Щелкните, чтобы добавить рисунок</a:t>
            </a:r>
          </a:p>
        </p:txBody>
      </p:sp>
      <p:sp>
        <p:nvSpPr>
          <p:cNvPr id="6" name="Дата 5">
            <a:extLst>
              <a:ext uri="{FF2B5EF4-FFF2-40B4-BE49-F238E27FC236}">
                <a16:creationId xmlns:a16="http://schemas.microsoft.com/office/drawing/2014/main" id="{90DD7D93-4C4D-E385-9F8C-40536F0BDEA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r>
              <a:rPr lang="ru-RU" noProof="0" dirty="0"/>
              <a:t>20ГГ</a:t>
            </a:r>
          </a:p>
        </p:txBody>
      </p:sp>
      <p:sp>
        <p:nvSpPr>
          <p:cNvPr id="7" name="Нижний колонтитул 6">
            <a:extLst>
              <a:ext uri="{FF2B5EF4-FFF2-40B4-BE49-F238E27FC236}">
                <a16:creationId xmlns:a16="http://schemas.microsoft.com/office/drawing/2014/main" id="{BC99FA72-244D-9DC3-C9B7-E7DAD50A01F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725A4F6F-66FD-CDA5-7F8F-F5FD6382CFC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677340" y="6423914"/>
            <a:ext cx="1052510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982254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04EDE807-0B0D-AB17-AEC5-973B84682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ru-RU" noProof="0" dirty="0"/>
              <a:t>20ГГ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4D96F4F-F3DC-87D8-C13D-6619F4CD7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2D73CFE-935B-6D65-59E2-60B4C0A28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307898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ru" dirty="0"/>
              <a:t>Образец заголовка</a:t>
            </a:r>
            <a:endParaRPr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ru" dirty="0"/>
              <a:t>Щелкните, чтобы изменить стили текста образца слайда</a:t>
            </a:r>
          </a:p>
          <a:p>
            <a:pPr lvl="1" rtl="0"/>
            <a:r>
              <a:rPr lang="ru" dirty="0"/>
              <a:t>Второй уровень</a:t>
            </a:r>
          </a:p>
          <a:p>
            <a:pPr lvl="2" rtl="0"/>
            <a:r>
              <a:rPr lang="ru" dirty="0"/>
              <a:t>Третий уровень</a:t>
            </a:r>
          </a:p>
          <a:p>
            <a:pPr lvl="3" rtl="0"/>
            <a:r>
              <a:rPr lang="ru" dirty="0"/>
              <a:t>Четвертый уровень</a:t>
            </a:r>
          </a:p>
          <a:p>
            <a:pPr lvl="4" rtl="0"/>
            <a:r>
              <a:rPr lang="ru" dirty="0"/>
              <a:t>Пятый уровень</a:t>
            </a:r>
            <a:endParaRPr lang="en-US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ru"/>
              <a:t>20XX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57200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FE284FBA-8100-A68A-E505-8394037280E3}"/>
              </a:ext>
            </a:extLst>
          </p:cNvPr>
          <p:cNvGrpSpPr/>
          <p:nvPr userDrawn="1"/>
        </p:nvGrpSpPr>
        <p:grpSpPr>
          <a:xfrm>
            <a:off x="428696" y="482137"/>
            <a:ext cx="11301155" cy="81191"/>
            <a:chOff x="428696" y="482137"/>
            <a:chExt cx="11301155" cy="81191"/>
          </a:xfrm>
        </p:grpSpPr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33D76077-2232-20C1-A39F-D53FF37F23AD}"/>
                </a:ext>
              </a:extLst>
            </p:cNvPr>
            <p:cNvSpPr/>
            <p:nvPr/>
          </p:nvSpPr>
          <p:spPr>
            <a:xfrm flipV="1">
              <a:off x="428696" y="482137"/>
              <a:ext cx="3703321" cy="81191"/>
            </a:xfrm>
            <a:prstGeom prst="rect">
              <a:avLst/>
            </a:prstGeom>
            <a:solidFill>
              <a:schemeClr val="accent3"/>
            </a:solidFill>
            <a:ln w="539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23E564DB-C879-75FB-127D-6BEDFDDFE5E9}"/>
                </a:ext>
              </a:extLst>
            </p:cNvPr>
            <p:cNvSpPr/>
            <p:nvPr/>
          </p:nvSpPr>
          <p:spPr>
            <a:xfrm flipV="1">
              <a:off x="4235926" y="482137"/>
              <a:ext cx="3703321" cy="81191"/>
            </a:xfrm>
            <a:prstGeom prst="rect">
              <a:avLst/>
            </a:prstGeom>
            <a:solidFill>
              <a:schemeClr val="accent1"/>
            </a:solidFill>
            <a:ln w="539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2596683C-B322-4FC1-A3A3-337211F501AE}"/>
                </a:ext>
              </a:extLst>
            </p:cNvPr>
            <p:cNvSpPr/>
            <p:nvPr/>
          </p:nvSpPr>
          <p:spPr>
            <a:xfrm flipV="1">
              <a:off x="8026530" y="482137"/>
              <a:ext cx="3703321" cy="81191"/>
            </a:xfrm>
            <a:prstGeom prst="rect">
              <a:avLst/>
            </a:prstGeom>
            <a:solidFill>
              <a:schemeClr val="accent4"/>
            </a:solidFill>
            <a:ln w="539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79292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80" r:id="rId3"/>
    <p:sldLayoutId id="2147483797" r:id="rId4"/>
    <p:sldLayoutId id="2147483787" r:id="rId5"/>
    <p:sldLayoutId id="2147483766" r:id="rId6"/>
    <p:sldLayoutId id="2147483798" r:id="rId7"/>
    <p:sldLayoutId id="2147483779" r:id="rId8"/>
    <p:sldLayoutId id="2147483769" r:id="rId9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479F0267-9D1C-BDA9-A152-B01CD379FC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836022"/>
            <a:ext cx="12191999" cy="776551"/>
          </a:xfrm>
        </p:spPr>
        <p:txBody>
          <a:bodyPr rtlCol="0"/>
          <a:lstStyle/>
          <a:p>
            <a:pPr algn="ctr"/>
            <a:r>
              <a:rPr lang="ru-RU" dirty="0"/>
              <a:t>Преддипломная практика 09.2025 – 12.2025</a:t>
            </a:r>
            <a:endParaRPr lang="ru" dirty="0"/>
          </a:p>
        </p:txBody>
      </p:sp>
      <p:sp>
        <p:nvSpPr>
          <p:cNvPr id="3" name="TextBox 2"/>
          <p:cNvSpPr txBox="1"/>
          <p:nvPr/>
        </p:nvSpPr>
        <p:spPr>
          <a:xfrm>
            <a:off x="8788498" y="5919397"/>
            <a:ext cx="35278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Подготовил: студент КБ-6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Сластухин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Антон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8498" y="2883300"/>
            <a:ext cx="2934109" cy="2724530"/>
          </a:xfrm>
          <a:prstGeom prst="rect">
            <a:avLst/>
          </a:prstGeom>
        </p:spPr>
      </p:pic>
      <p:pic>
        <p:nvPicPr>
          <p:cNvPr id="1028" name="Picture 4" descr="Переход на ЭДО - СДО ПРОФ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1557" y="2687256"/>
            <a:ext cx="4674924" cy="3116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Тензор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" y="3224349"/>
            <a:ext cx="361950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9759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>
            <a:extLst>
              <a:ext uri="{FF2B5EF4-FFF2-40B4-BE49-F238E27FC236}">
                <a16:creationId xmlns:a16="http://schemas.microsoft.com/office/drawing/2014/main" id="{FB23E1E4-7CB2-923B-9D41-672CB85E0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40079"/>
            <a:ext cx="12192000" cy="762001"/>
          </a:xfrm>
        </p:spPr>
        <p:txBody>
          <a:bodyPr rtlCol="0"/>
          <a:lstStyle/>
          <a:p>
            <a:pPr algn="ctr" rtl="0"/>
            <a:r>
              <a:rPr lang="ru" dirty="0"/>
              <a:t>Цели и задачи	</a:t>
            </a:r>
          </a:p>
        </p:txBody>
      </p:sp>
      <p:sp>
        <p:nvSpPr>
          <p:cNvPr id="2" name="Объект 1"/>
          <p:cNvSpPr>
            <a:spLocks noGrp="1"/>
          </p:cNvSpPr>
          <p:nvPr>
            <p:ph sz="quarter" idx="4"/>
          </p:nvPr>
        </p:nvSpPr>
        <p:spPr>
          <a:xfrm>
            <a:off x="6997338" y="1672046"/>
            <a:ext cx="4210593" cy="4572000"/>
          </a:xfrm>
        </p:spPr>
        <p:txBody>
          <a:bodyPr>
            <a:noAutofit/>
          </a:bodyPr>
          <a:lstStyle/>
          <a:p>
            <a:r>
              <a:rPr lang="ru-RU" dirty="0"/>
              <a:t>Задачи:</a:t>
            </a:r>
          </a:p>
          <a:p>
            <a:r>
              <a:rPr lang="ru-RU" dirty="0"/>
              <a:t>1.Проект «Мастер в реестре документов»</a:t>
            </a:r>
          </a:p>
          <a:p>
            <a:r>
              <a:rPr lang="ru-RU" dirty="0"/>
              <a:t>2.Проект «Приоритеты в документах»</a:t>
            </a:r>
          </a:p>
          <a:p>
            <a:r>
              <a:rPr lang="ru-RU" dirty="0"/>
              <a:t>3.Доработки ОРМ системы </a:t>
            </a:r>
            <a:r>
              <a:rPr lang="en-US" dirty="0" err="1"/>
              <a:t>DocumentList</a:t>
            </a:r>
            <a:endParaRPr lang="ru-RU" dirty="0"/>
          </a:p>
        </p:txBody>
      </p:sp>
      <p:sp>
        <p:nvSpPr>
          <p:cNvPr id="6" name="Объект 1"/>
          <p:cNvSpPr txBox="1">
            <a:spLocks/>
          </p:cNvSpPr>
          <p:nvPr/>
        </p:nvSpPr>
        <p:spPr>
          <a:xfrm>
            <a:off x="801190" y="1672046"/>
            <a:ext cx="4354283" cy="414528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Цели: </a:t>
            </a:r>
          </a:p>
          <a:p>
            <a:r>
              <a:rPr lang="ru-RU" dirty="0"/>
              <a:t>1.Применить на практике полученные в университете знания</a:t>
            </a:r>
          </a:p>
          <a:p>
            <a:r>
              <a:rPr lang="ru-RU" dirty="0"/>
              <a:t>2.Проявить себя как эффективного, грамотного специалиста, который обладает разносторонними компетенциями в области разработки, анализа и проектирования сложных систем с учётом угроз безопасности</a:t>
            </a:r>
          </a:p>
          <a:p>
            <a:r>
              <a:rPr lang="ru-RU" dirty="0"/>
              <a:t>3.Расширить свой профессиональный кругозор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A768D8-6A42-C9EE-B88A-F6603C12EF76}"/>
              </a:ext>
            </a:extLst>
          </p:cNvPr>
          <p:cNvSpPr txBox="1"/>
          <p:nvPr/>
        </p:nvSpPr>
        <p:spPr>
          <a:xfrm>
            <a:off x="6649375" y="4341181"/>
            <a:ext cx="5366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Основной исполнитель работ по крупным проектам</a:t>
            </a:r>
          </a:p>
        </p:txBody>
      </p:sp>
    </p:spTree>
    <p:extLst>
      <p:ext uri="{BB962C8B-B14F-4D97-AF65-F5344CB8AC3E}">
        <p14:creationId xmlns:p14="http://schemas.microsoft.com/office/powerpoint/2010/main" val="2713022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690880"/>
            <a:ext cx="11267440" cy="667657"/>
          </a:xfrm>
        </p:spPr>
        <p:txBody>
          <a:bodyPr/>
          <a:lstStyle/>
          <a:p>
            <a:pPr algn="ctr"/>
            <a:r>
              <a:rPr lang="ru-RU" dirty="0"/>
              <a:t>Проект «Мастер в реестре документов»</a:t>
            </a:r>
            <a:r>
              <a:rPr lang="en-US" dirty="0"/>
              <a:t>(314</a:t>
            </a:r>
            <a:r>
              <a:rPr lang="ru-RU" dirty="0"/>
              <a:t> часов</a:t>
            </a:r>
            <a:r>
              <a:rPr lang="en-US" dirty="0"/>
              <a:t>)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2A5CD59-EF74-2815-DEC8-22E7602D88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22748"/>
            <a:ext cx="4058216" cy="4353533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F16D189-7844-F932-B6E2-FBDF5162E9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6459" y="1722748"/>
            <a:ext cx="6450023" cy="4302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74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C0946-7E7E-4B4E-0FC9-BB4E2158C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E379D9-6BE1-AC63-B81F-9D329BFAD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90880"/>
            <a:ext cx="11267440" cy="667657"/>
          </a:xfrm>
        </p:spPr>
        <p:txBody>
          <a:bodyPr/>
          <a:lstStyle/>
          <a:p>
            <a:pPr algn="ctr"/>
            <a:r>
              <a:rPr lang="ru-RU" dirty="0"/>
              <a:t>Проект «Мастер в реестре документов»</a:t>
            </a:r>
            <a:r>
              <a:rPr lang="en-US" dirty="0"/>
              <a:t>(314</a:t>
            </a:r>
            <a:r>
              <a:rPr lang="ru-RU" dirty="0"/>
              <a:t> часов</a:t>
            </a:r>
            <a:r>
              <a:rPr lang="en-US" dirty="0"/>
              <a:t>)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4304405-4CA4-536E-8DBF-600335C0DD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204" y="1716932"/>
            <a:ext cx="9386711" cy="3424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5429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B8B57-15F8-3D05-3B1E-3B732CF72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60FDDE-510D-82A8-FF57-8F5597C07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90880"/>
            <a:ext cx="11267440" cy="667657"/>
          </a:xfrm>
        </p:spPr>
        <p:txBody>
          <a:bodyPr/>
          <a:lstStyle/>
          <a:p>
            <a:pPr algn="ctr"/>
            <a:r>
              <a:rPr lang="ru-RU" dirty="0"/>
              <a:t>Проект «Мастер в реестре документов»</a:t>
            </a:r>
            <a:r>
              <a:rPr lang="en-US" dirty="0"/>
              <a:t>(314</a:t>
            </a:r>
            <a:r>
              <a:rPr lang="ru-RU" dirty="0"/>
              <a:t> часов</a:t>
            </a:r>
            <a:r>
              <a:rPr lang="en-US" dirty="0"/>
              <a:t>)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3957251-0FE4-13C5-1827-CF570C9C9A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494" y="1686559"/>
            <a:ext cx="6538228" cy="351575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26DA432-9742-6BB0-919C-3ED9E9ED38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78" y="1686559"/>
            <a:ext cx="5629275" cy="39401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C9704CE-3A5B-4CEA-5F6B-3B6913AFDA83}"/>
              </a:ext>
            </a:extLst>
          </p:cNvPr>
          <p:cNvSpPr txBox="1"/>
          <p:nvPr/>
        </p:nvSpPr>
        <p:spPr>
          <a:xfrm>
            <a:off x="2681056" y="5885895"/>
            <a:ext cx="6482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Много нюансов, ведение документации, проектирование кода</a:t>
            </a:r>
          </a:p>
        </p:txBody>
      </p:sp>
    </p:spTree>
    <p:extLst>
      <p:ext uri="{BB962C8B-B14F-4D97-AF65-F5344CB8AC3E}">
        <p14:creationId xmlns:p14="http://schemas.microsoft.com/office/powerpoint/2010/main" val="23396572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7FCE9E7-8C83-B93B-4D48-8DC596CB63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2645" y="3757584"/>
            <a:ext cx="4110033" cy="287605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90E74F9-6F76-B1A1-B406-E4AAEC998D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130" y="79899"/>
            <a:ext cx="5573065" cy="366240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5201C32-F8A9-D024-821E-56311E0C75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219" y="2698811"/>
            <a:ext cx="6132053" cy="393482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0112A84-4841-F3D8-2520-BE8265CDDE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481" y="79899"/>
            <a:ext cx="2542028" cy="2372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356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516AD-DD34-6E39-269D-11823FEF8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85A43BB-CC42-B1CF-7AEA-F12E11972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8" y="0"/>
            <a:ext cx="5542680" cy="3373073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156A042-0509-E5A1-DAD8-8F67E2CE3C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29000"/>
            <a:ext cx="4885508" cy="3308634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28CEC31-DDAC-0CDE-F38A-F5DB2DE1C9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6209" y="0"/>
            <a:ext cx="5334433" cy="386519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4EDB36C-768F-C8A8-DFC2-A0E3A2DAE8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6209" y="4003829"/>
            <a:ext cx="5380338" cy="239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2611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0E3F5-CC78-B3D8-B03A-CBF135FB3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7DC0565-77C1-9D1E-99B4-BF148F3C2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2645" y="3757584"/>
            <a:ext cx="4110033" cy="287605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D4E4BCD-C9BB-382C-C157-161E6FA2CB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130" y="79899"/>
            <a:ext cx="5573065" cy="366240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C3C211B-BA7D-6282-40AB-BE8F6E2A8C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219" y="2698811"/>
            <a:ext cx="6132053" cy="3934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247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611B0-0E47-D5CA-4F59-1FDD3BE1C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28EED1-2800-2545-DBF4-823FA2ADA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90880"/>
            <a:ext cx="11267440" cy="667657"/>
          </a:xfrm>
        </p:spPr>
        <p:txBody>
          <a:bodyPr/>
          <a:lstStyle/>
          <a:p>
            <a:pPr algn="ctr"/>
            <a:r>
              <a:rPr lang="ru-RU" dirty="0"/>
              <a:t>Проект «Приоритеты в документах»</a:t>
            </a:r>
            <a:r>
              <a:rPr lang="en-US" dirty="0"/>
              <a:t>(</a:t>
            </a:r>
            <a:r>
              <a:rPr lang="ru-RU" dirty="0"/>
              <a:t>200 часов</a:t>
            </a:r>
            <a:r>
              <a:rPr lang="en-US" dirty="0"/>
              <a:t>)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96C8FC1-63A1-4BB7-A16D-9BFB0247C4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426" y="1880561"/>
            <a:ext cx="5512510" cy="3096877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A3669AB-0175-5CDB-A5CD-7EAAE12A40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8719" y="1358537"/>
            <a:ext cx="3127539" cy="51014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E1F5E68-72BB-904A-BCF7-9846286ED483}"/>
              </a:ext>
            </a:extLst>
          </p:cNvPr>
          <p:cNvSpPr txBox="1"/>
          <p:nvPr/>
        </p:nvSpPr>
        <p:spPr>
          <a:xfrm>
            <a:off x="457200" y="5499462"/>
            <a:ext cx="61317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Сложные блокировки, анализ и рефакторинг старого кода, </a:t>
            </a:r>
          </a:p>
          <a:p>
            <a:r>
              <a:rPr lang="ru-RU" dirty="0"/>
              <a:t>на базе которого реализован новый функционал</a:t>
            </a:r>
          </a:p>
        </p:txBody>
      </p:sp>
    </p:spTree>
    <p:extLst>
      <p:ext uri="{BB962C8B-B14F-4D97-AF65-F5344CB8AC3E}">
        <p14:creationId xmlns:p14="http://schemas.microsoft.com/office/powerpoint/2010/main" val="22048633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C7366-0038-687F-C01A-913FAD8C1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51988F-E4E8-D006-1488-E97AC88B5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90880"/>
            <a:ext cx="11267440" cy="667657"/>
          </a:xfrm>
        </p:spPr>
        <p:txBody>
          <a:bodyPr/>
          <a:lstStyle/>
          <a:p>
            <a:pPr algn="ctr"/>
            <a:r>
              <a:rPr lang="ru-RU" dirty="0"/>
              <a:t>ОРМ система «</a:t>
            </a:r>
            <a:r>
              <a:rPr lang="en-US" dirty="0" err="1"/>
              <a:t>DocumentList</a:t>
            </a:r>
            <a:r>
              <a:rPr lang="ru-RU" dirty="0"/>
              <a:t>»</a:t>
            </a:r>
          </a:p>
        </p:txBody>
      </p:sp>
      <p:pic>
        <p:nvPicPr>
          <p:cNvPr id="1026" name="Picture 2" descr="ORM | Flexberry PLATFORM Documentation">
            <a:extLst>
              <a:ext uri="{FF2B5EF4-FFF2-40B4-BE49-F238E27FC236}">
                <a16:creationId xmlns:a16="http://schemas.microsoft.com/office/drawing/2014/main" id="{49D6FD4F-962A-72F6-C05D-73EC2CE408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302" y="1615734"/>
            <a:ext cx="4115395" cy="4855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B8B9EE6-D963-259F-31B1-9BEE9A7AE966}"/>
              </a:ext>
            </a:extLst>
          </p:cNvPr>
          <p:cNvSpPr txBox="1"/>
          <p:nvPr/>
        </p:nvSpPr>
        <p:spPr>
          <a:xfrm>
            <a:off x="710214" y="6152225"/>
            <a:ext cx="40621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Древнее, сложное, запутанное, легаси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4082D6-33A9-0ADA-082D-058E4EE51DC8}"/>
              </a:ext>
            </a:extLst>
          </p:cNvPr>
          <p:cNvSpPr txBox="1"/>
          <p:nvPr/>
        </p:nvSpPr>
        <p:spPr>
          <a:xfrm>
            <a:off x="7419650" y="6178858"/>
            <a:ext cx="3821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Порядок в хаоса или хаос в порядке</a:t>
            </a:r>
          </a:p>
        </p:txBody>
      </p:sp>
    </p:spTree>
    <p:extLst>
      <p:ext uri="{BB962C8B-B14F-4D97-AF65-F5344CB8AC3E}">
        <p14:creationId xmlns:p14="http://schemas.microsoft.com/office/powerpoint/2010/main" val="40865263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690880"/>
            <a:ext cx="11267440" cy="676366"/>
          </a:xfrm>
        </p:spPr>
        <p:txBody>
          <a:bodyPr/>
          <a:lstStyle/>
          <a:p>
            <a:pPr algn="ctr"/>
            <a:r>
              <a:rPr lang="ru-RU" dirty="0"/>
              <a:t>Итоги: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1647429"/>
            <a:ext cx="11160034" cy="3633047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По итогу практики были успешно реализованы поставленные задачи, достигнуты цели практики.</a:t>
            </a:r>
          </a:p>
          <a:p>
            <a:endParaRPr lang="ru-RU" dirty="0"/>
          </a:p>
          <a:p>
            <a:r>
              <a:rPr lang="ru-RU" dirty="0"/>
              <a:t>Выступил основным исполнителем нескольких крупных проектов - построил много нового и починил старое</a:t>
            </a:r>
          </a:p>
          <a:p>
            <a:r>
              <a:rPr lang="ru-RU" dirty="0"/>
              <a:t>Навёл порядок там, где его давно не было</a:t>
            </a:r>
          </a:p>
          <a:p>
            <a:endParaRPr lang="ru-RU" dirty="0"/>
          </a:p>
          <a:p>
            <a:r>
              <a:rPr lang="ru-RU" dirty="0"/>
              <a:t>Удалось применить море знаний, полученных в университете, в реальных боевых условиях:</a:t>
            </a:r>
            <a:br>
              <a:rPr lang="ru-RU" dirty="0"/>
            </a:br>
            <a:r>
              <a:rPr lang="ru-RU" dirty="0"/>
              <a:t>потребовалось проявить аналитический подход и выявить проблемные места в архитектуре, спроектировать, реализовать эффективное и безопасное программное решение, проявить смекалку, использовать знания различных дисциплин. </a:t>
            </a:r>
          </a:p>
          <a:p>
            <a:r>
              <a:rPr lang="ru-RU" dirty="0"/>
              <a:t>В платформе часто возникают кейсы, решение которых требует широкого набора знаний - комплексный подход к образованию специалистов даёт существенное преимущество для дальнейшего роста.</a:t>
            </a:r>
          </a:p>
        </p:txBody>
      </p:sp>
    </p:spTree>
    <p:extLst>
      <p:ext uri="{BB962C8B-B14F-4D97-AF65-F5344CB8AC3E}">
        <p14:creationId xmlns:p14="http://schemas.microsoft.com/office/powerpoint/2010/main" val="2284597620"/>
      </p:ext>
    </p:extLst>
  </p:cSld>
  <p:clrMapOvr>
    <a:masterClrMapping/>
  </p:clrMapOvr>
</p:sld>
</file>

<file path=ppt/theme/theme1.xml><?xml version="1.0" encoding="utf-8"?>
<a:theme xmlns:a="http://schemas.openxmlformats.org/drawingml/2006/main" name="ДивидендVTI">
  <a:themeElements>
    <a:clrScheme name="Custom 10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ED8428"/>
      </a:accent1>
      <a:accent2>
        <a:srgbClr val="E6C46D"/>
      </a:accent2>
      <a:accent3>
        <a:srgbClr val="465359"/>
      </a:accent3>
      <a:accent4>
        <a:srgbClr val="969FA7"/>
      </a:accent4>
      <a:accent5>
        <a:srgbClr val="A9C37C"/>
      </a:accent5>
      <a:accent6>
        <a:srgbClr val="5A8071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 design_Win32_SL_V15" id="{2701BB1F-F316-4B75-9491-9CBB0D27A737}" vid="{567D41FF-711B-46C9-BAF2-A20952F37F9E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C26303C-A89C-422C-9097-BDF7002EFC54}">
  <ds:schemaRefs>
    <ds:schemaRef ds:uri="16c05727-aa75-4e4a-9b5f-8a80a1165891"/>
    <ds:schemaRef ds:uri="http://www.w3.org/XML/1998/namespace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230e9df3-be65-4c73-a93b-d1236ebd677e"/>
    <ds:schemaRef ds:uri="http://schemas.microsoft.com/office/2006/documentManagement/types"/>
    <ds:schemaRef ds:uri="http://purl.org/dc/dcmitype/"/>
    <ds:schemaRef ds:uri="71af3243-3dd4-4a8d-8c0d-dd76da1f02a5"/>
    <ds:schemaRef ds:uri="http://schemas.microsoft.com/sharepoint/v3"/>
    <ds:schemaRef ds:uri="http://schemas.microsoft.com/office/2006/metadata/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6E679C34-122C-4127-90D9-C271AEE94CE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0437772-7826-4CEE-8E78-517B414A42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282</Words>
  <Application>Microsoft Office PowerPoint</Application>
  <PresentationFormat>Широкоэкранный</PresentationFormat>
  <Paragraphs>33</Paragraphs>
  <Slides>11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Arial</vt:lpstr>
      <vt:lpstr>Calibri</vt:lpstr>
      <vt:lpstr>Times New Roman</vt:lpstr>
      <vt:lpstr>Wingdings 2</vt:lpstr>
      <vt:lpstr>ДивидендVTI</vt:lpstr>
      <vt:lpstr>Преддипломная практика 09.2025 – 12.2025</vt:lpstr>
      <vt:lpstr>Цели и задачи </vt:lpstr>
      <vt:lpstr>Проект «Мастер в реестре документов»(314 часов)</vt:lpstr>
      <vt:lpstr>Проект «Мастер в реестре документов»(314 часов)</vt:lpstr>
      <vt:lpstr>Проект «Мастер в реестре документов»(314 часов)</vt:lpstr>
      <vt:lpstr>Презентация PowerPoint</vt:lpstr>
      <vt:lpstr>Презентация PowerPoint</vt:lpstr>
      <vt:lpstr>Презентация PowerPoint</vt:lpstr>
      <vt:lpstr>Проект «Приоритеты в документах»(200 часов)</vt:lpstr>
      <vt:lpstr>ОРМ система «DocumentList»</vt:lpstr>
      <vt:lpstr>Итоги: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2023-12-10T17:10:56Z</dcterms:created>
  <dcterms:modified xsi:type="dcterms:W3CDTF">2025-12-16T15:17:51Z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